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Blast Radius turns Entire Graph output into one PR review comment: what the change touches, whether it stayed in scope, which tests cover it. Track 2, also competing for Best Use of Databricks.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 modes behind most 'how did that get merged' incidents. All invisible in the diff, all visible in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comment, three answers, every claim traceable and graded by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Stages 3-7 are pure functions tested against recorded graph JSON - no binary needed in CI for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fold: N impact neighbourhoods merged by (file,symbol), shortest distance wins, origins unioned.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originality point named in the brief - connecting graph findings with checkpoint intent. Lexical and explainable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selection, not coverage measurement. A test 'covers' a symbol if it reaches it in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curveball. We were treating the graph as an oracle. entire graph already tells you how complete it is - we were ignoring it. Fixed as a bounded, additive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on real numpy output that genuinely comes back degraded - 249 parse errors. 12 old tests unchanged proves the resolved path still renders as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Databricks: the export flattens each report to one Delta row via fully parameterised SQL. Turns a stream of PR comments into a Genie-queryable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Entire is not swappable. Graph = structure, Checkpoint = intent. The product is the intersection.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1463040"/>
            <a:ext cx="3840480" cy="384048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BTW BUILDATHON 2026  ·  TRACK 2 · BUILD WITH GRAPH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2148840"/>
            <a:ext cx="201168" cy="20116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233172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 Radius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Impact-aware pull-request review, powered by Entire Graph.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663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diff touches</a:t>
            </a:r>
            <a:pPr indent="0" marL="0">
              <a:buNone/>
            </a:pPr>
            <a:r>
              <a:rPr lang="en-US" sz="13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stayed in scope</a:t>
            </a:r>
            <a:pPr indent="0" marL="0">
              <a:buNone/>
            </a:pPr>
            <a:r>
              <a:rPr lang="en-US" sz="13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tests actually cover it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 hides its own consequences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40487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22860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touches more than it shows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606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edit to a shared function still shows one line — not the 20 call sites and 3 services downstream of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35844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everything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90448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tells the pipeline which tests are relevant, so every PR pays for the whole suite.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001768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" y="48828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slips through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520293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change quietly grows a second, unrelated modification that no reviewer cross-checks against the original ask.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invisible in the diff — and visible in the graph.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review comment, three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2240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caller, callee, type consumer and co-change file of the change — folded into one deduplicated list with the shortest path to each.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30752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36118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changed symbol compared to the stated intent — the Entire-Checkpoint prompt, or the PR body. Drift is flagged with the graph path that proves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102352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" y="49834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test 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5303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proximity-ranked tests that actually reach the change, with a ready-to-run command. Run 6, not 600.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228600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0B1E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graded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confirmed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383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graph edge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023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heuristic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historical — verify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937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unverified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5212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coverage was partial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seven-stage pipeline over the graph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2221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78808" y="22219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symbols + dependent counts + the graph’s own coverage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" y="2697480"/>
            <a:ext cx="0" cy="384048"/>
          </a:xfrm>
          <a:prstGeom prst="line">
            <a:avLst/>
          </a:prstGeom>
          <a:noFill/>
          <a:ln w="19050">
            <a:solidFill>
              <a:srgbClr val="9DB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0815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E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78808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symbol’s neighbourhood — callers, callees, types, data flows, co-change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" y="3538728"/>
            <a:ext cx="0" cy="384048"/>
          </a:xfrm>
          <a:prstGeom prst="line">
            <a:avLst/>
          </a:prstGeom>
          <a:noFill/>
          <a:ln w="19050">
            <a:solidFill>
              <a:srgbClr val="9DB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9227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E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78808" y="39044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by (file, symbol): shortest distance, union of origins, drop the noise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4379976"/>
            <a:ext cx="0" cy="384048"/>
          </a:xfrm>
          <a:prstGeom prst="line">
            <a:avLst/>
          </a:prstGeom>
          <a:noFill/>
          <a:ln w="19050">
            <a:solidFill>
              <a:srgbClr val="9DB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E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7457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tests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78808" y="47457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intent check · proximity-ranked minimal covering set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" y="5221224"/>
            <a:ext cx="0" cy="384048"/>
          </a:xfrm>
          <a:prstGeom prst="line">
            <a:avLst/>
          </a:prstGeom>
          <a:noFill/>
          <a:ln w="19050">
            <a:solidFill>
              <a:srgbClr val="9DB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605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1E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5869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+ render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178808" y="55869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heuristic / partial — then the Markdown comment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093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 is the core. Everything else is pure and testable against recorded graph JSON.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overlapping impact results → one blast radius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9456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change to Database.query shows one line in the diff. After impact and the fold, it shows every place that line reaches — deduplicated by (file, symbol), keeping the shortest graph distance and the union of origins.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“reached from A and B, nearest distance 1”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228600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9EE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24505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14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33467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in the diff → nodes in the blast radius (numpy fixture)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0" y="42062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9EE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437083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52669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callers + one transitive hop, per changed symbol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× CHECKPOINT INTENT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change stay in scope?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48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says what changed. The Checkpoint says what was asked. Blast Radius compares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907792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7889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keywords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108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rate limiting to the redirect endpoint” → { rate, limit, redirect 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803904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3685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 keyword miss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400507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symbol shares ≤ 15% vocabulary with the ask and has ≥ 3 dependents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700016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77824" y="45811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 wide reach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90118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dependents — a signature change that big says “run tests first” regardless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596128"/>
            <a:ext cx="146304" cy="146304"/>
          </a:xfrm>
          <a:prstGeom prst="ellipse">
            <a:avLst/>
          </a:prstGeom>
          <a:solidFill>
            <a:srgbClr val="0B1E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4772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labelled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579729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is lexical — shown as ~ heuristic, verify against source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tests that actually reach the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224028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5603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node in the blast radius — detected by file pattern or Test* / test_* naming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27355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315468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4747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graph proximity: 1 / (1 + distance), plus a bonus for a direct caller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18795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" y="406908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greedily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43891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top test that covers a not-yet-covered changed symbol, until all are covered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0235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7824" y="498348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named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" y="53035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symbols no test reaches are reported explicitly — verify manually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2286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B2A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tests — 6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vitest run \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redirect/limiter.test.ts \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db/user-repo.test.ts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“Verified — and I ran 6 tests, not the whole suite.”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1463040"/>
            <a:ext cx="3840480" cy="384048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CURVEBALL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92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“Graph is evidence, not an oracle.”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trusted every graph edge as ground truth — “14 nodes, covers every changed symbol” — while entire graph itself reports completeness_level, partial_failures and warnings we parsed past.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3529584" cy="2651760"/>
          </a:xfrm>
          <a:prstGeom prst="roundRect">
            <a:avLst>
              <a:gd name="adj" fmla="val 3448"/>
            </a:avLst>
          </a:prstGeom>
          <a:solidFill>
            <a:srgbClr val="13284D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347472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model — not a feature. Assert completeness → state what the graph can back.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3200400"/>
            <a:ext cx="3529584" cy="2651760"/>
          </a:xfrm>
          <a:prstGeom prst="roundRect">
            <a:avLst>
              <a:gd name="adj" fmla="val 3448"/>
            </a:avLst>
          </a:prstGeom>
          <a:solidFill>
            <a:srgbClr val="13284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0288" y="347472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fix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completeness value object, threaded as additive fields. No pipeline stage rewritten.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3200400"/>
            <a:ext cx="3529584" cy="2651760"/>
          </a:xfrm>
          <a:prstGeom prst="roundRect">
            <a:avLst>
              <a:gd name="adj" fmla="val 3448"/>
            </a:avLst>
          </a:prstGeom>
          <a:solidFill>
            <a:srgbClr val="13284D"/>
          </a:solidFill>
          <a:ln/>
        </p:spPr>
      </p:sp>
      <p:sp>
        <p:nvSpPr>
          <p:cNvPr id="16" name="Shape 14"/>
          <p:cNvSpPr/>
          <p:nvPr/>
        </p:nvSpPr>
        <p:spPr>
          <a:xfrm>
            <a:off x="8339328" y="3474720"/>
            <a:ext cx="128016" cy="128016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67928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completeness banner, per-finding 🔒 / ~ / ? markers, a Verify: line, no “every” claim when partial.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Proved on a real degraded analysis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0312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Fixture: entire graph diff + impact on numpy/numpy HEAD~8..HEAD — committed verbatim.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9EE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86207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5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75818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E_PARSE_ERROR across C/C++ headers — impact self-graded “degraded”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269748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9EE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98848" y="286207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→ 12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375818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tests pass unchanged — a resolved run renders exactly as before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2697480"/>
            <a:ext cx="3529584" cy="1737360"/>
          </a:xfrm>
          <a:prstGeom prst="roundRect">
            <a:avLst>
              <a:gd name="adj" fmla="val 4211"/>
            </a:avLst>
          </a:prstGeom>
          <a:solidFill>
            <a:srgbClr val="E9EE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47888" y="2862072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375818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green, incl. the curveball test on real numpy output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846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asserts: the banner renders, no “complete / every” claim survives, and a finding in an unresolved file is marked partial — not confirmed.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OF DATABRICKS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4"/>
              </a:lnSpc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review becomes a row in Delta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2240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run, two artifacts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560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--json-out writes the JSON report next to the Markdown comment — no second graph pass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41071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32918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insert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611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SCHEMA → CREATE TABLE → INSERT ... VALUES (:col) via the SQL Statement Execution API — every value bound, PR text never touches the query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462272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" y="43434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queryable dataset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46634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PR: completeness level, confidence split, findings by severity, tests vs gaps, raw JSON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48640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E9EE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" y="5486400"/>
            <a:ext cx="106006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space:  scope-creep hotspots  ·  how often the graph is degraded, by week  ·  is test selection getting tighter?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-1463040"/>
            <a:ext cx="3840480" cy="384048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029200"/>
            <a:ext cx="3108960" cy="3108960"/>
          </a:xfrm>
          <a:prstGeom prst="ellipse">
            <a:avLst/>
          </a:prstGeom>
          <a:solidFill>
            <a:srgbClr val="1328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ENTIRE IS ESSENTIAL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96112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is a join only Entire enables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031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Graph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dependency structure. A precomputed, tree-sitter-accurate graph is the hard problem already solved, locally and deterministically.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0040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Checkpoints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intent. The captured prompt that produced the change is the other half of the scope check, and it exists nowhere else.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4709160"/>
            <a:ext cx="146304" cy="146304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46177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github.com/entire-hackathon/entire-graph  ·  branch build/blast-radius  ·  blast-radius/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 Radius — impact-aware review that shows its work.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BTW Buildathon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Blast Radius</dc:creator>
  <cp:lastModifiedBy>Blast Radius</cp:lastModifiedBy>
  <cp:revision>1</cp:revision>
  <dcterms:created xsi:type="dcterms:W3CDTF">2026-09-06T08:13:03Z</dcterms:created>
  <dcterms:modified xsi:type="dcterms:W3CDTF">2026-09-06T08:13:03Z</dcterms:modified>
</cp:coreProperties>
</file>